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Participant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Participant name: Saiteja Reddy Kasireddy</a:t>
            </a:r>
          </a:p>
          <a:p>
            <a:r>
              <a:t>Problem Statement: Build and deploy a single AI agent using ADK and Gemini hosted on Cloud Run.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Brief about the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lightweight agent that accepts text input via HTTP endpoint.</a:t>
            </a:r>
          </a:p>
          <a:p>
            <a:r>
              <a:t>Uses ADK to wrap Gemini model.</a:t>
            </a:r>
          </a:p>
          <a:p>
            <a:r>
              <a:t>Returns concise summaries.</a:t>
            </a:r>
          </a:p>
          <a:p>
            <a:r>
              <a:t>Deployed on Cloud Run for scalability and easy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Meeting the Build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Implemented using ADK.</a:t>
            </a:r>
          </a:p>
          <a:p>
            <a:r>
              <a:t>Uses Gemini model for inference.</a:t>
            </a:r>
          </a:p>
          <a:p>
            <a:r>
              <a:t>Hosted on Cloud Run with an HTTP endpoint.</a:t>
            </a:r>
          </a:p>
          <a:p>
            <a:r>
              <a:t>Performs one clearly defined task: summarization.</a:t>
            </a:r>
          </a:p>
          <a:p>
            <a:r>
              <a:t>Meets all requirements of the challenge track.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Differentiates from generic summarizers by being cloud-native and agent-structured.</a:t>
            </a:r>
          </a:p>
          <a:p>
            <a:r>
              <a:t>Solves the problem of quick, scalable summarization for any text input.</a:t>
            </a:r>
          </a:p>
          <a:p>
            <a:r>
              <a:t>USP: Minimal, single-purpose agent that is easy to extend and deploy.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endpoint /summarize</a:t>
            </a:r>
          </a:p>
          <a:p>
            <a:r>
              <a:t>JSON input/output</a:t>
            </a:r>
          </a:p>
          <a:p>
            <a:r>
              <a:t>Environment-configurable model and instructions</a:t>
            </a:r>
          </a:p>
          <a:p>
            <a:r>
              <a:t>Secure deployment with IAM roles</a:t>
            </a:r>
          </a:p>
          <a:p>
            <a:r>
              <a:t>Scalable on Cloud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HTTP POST /summarize → Cloud Run Service → ADK Agent → Gemini Model → Response JSON → 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ADK (Agent Development Kit)</a:t>
            </a:r>
          </a:p>
          <a:p>
            <a:r>
              <a:t>Gemini model (Vertex AI)</a:t>
            </a:r>
          </a:p>
          <a:p>
            <a:r>
              <a:t>Flask for HTTP server</a:t>
            </a:r>
          </a:p>
          <a:p>
            <a:r>
              <a:t>Docker for containerization</a:t>
            </a:r>
          </a:p>
          <a:p>
            <a:r>
              <a:t>Cloud Run for hosting</a:t>
            </a:r>
          </a:p>
          <a:p>
            <a:r>
              <a:t>gcloud CLI for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Snapshots of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Screenshot of local endpoint test (curl POST)</a:t>
            </a:r>
          </a:p>
          <a:p>
            <a:r>
              <a:t>Screenshot of Cloud Run deployment logs</a:t>
            </a:r>
          </a:p>
          <a:p>
            <a:r>
              <a:t>Screenshot of JSON response with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